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7" r:id="rId3"/>
  </p:sldMasterIdLst>
  <p:notesMasterIdLst>
    <p:notesMasterId r:id="rId4"/>
  </p:notesMasterIdLst>
  <p:sldIdLst>
    <p:sldId id="256" r:id="rId5"/>
    <p:sldId id="257" r:id="rId6"/>
  </p:sldIdLst>
  <p:sldSz cy="6858000" cx="12179300"/>
  <p:notesSz cx="6858000" cy="9144000"/>
  <p:embeddedFontLst>
    <p:embeddedFont>
      <p:font typeface="Poppins"/>
      <p:regular r:id="rId7"/>
      <p:bold r:id="rId8"/>
      <p:italic r:id="rId9"/>
      <p:boldItalic r:id="rId1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10" Type="http://schemas.openxmlformats.org/officeDocument/2006/relationships/font" Target="fonts/Poppins-boldItalic.fntdata"/><Relationship Id="rId9" Type="http://schemas.openxmlformats.org/officeDocument/2006/relationships/font" Target="fonts/Poppins-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font" Target="fonts/Poppins-regular.fntdata"/><Relationship Id="rId8" Type="http://schemas.openxmlformats.org/officeDocument/2006/relationships/font" Target="fonts/Poppins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g3f3e54a1e11_0_8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g3f3e54a1e11_0_8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f742d0938d_0_4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g3f742d0938d_0_4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tx">
  <p:cSld name="TITLE_AND_BODY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idx="12" type="sldNum"/>
          </p:nvPr>
        </p:nvSpPr>
        <p:spPr>
          <a:xfrm>
            <a:off x="8428176" y="6414760"/>
            <a:ext cx="258624" cy="2483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/>
          <p:nvPr>
            <p:ph type="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13" name="Google Shape;13;p3"/>
          <p:cNvSpPr txBox="1"/>
          <p:nvPr>
            <p:ph idx="1" type="body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888888"/>
              </a:buClr>
              <a:buSzPts val="3200"/>
              <a:buFont typeface="Calibri"/>
              <a:buNone/>
              <a:defRPr>
                <a:solidFill>
                  <a:srgbClr val="888888"/>
                </a:solidFill>
              </a:defRPr>
            </a:lvl1pPr>
            <a:lvl2pPr indent="-228600" lvl="1" marL="91440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888888"/>
              </a:buClr>
              <a:buSzPts val="3200"/>
              <a:buFont typeface="Calibri"/>
              <a:buNone/>
              <a:defRPr>
                <a:solidFill>
                  <a:srgbClr val="888888"/>
                </a:solidFill>
              </a:defRPr>
            </a:lvl2pPr>
            <a:lvl3pPr indent="-228600" lvl="2" marL="137160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888888"/>
              </a:buClr>
              <a:buSzPts val="3200"/>
              <a:buFont typeface="Calibri"/>
              <a:buNone/>
              <a:defRPr>
                <a:solidFill>
                  <a:srgbClr val="888888"/>
                </a:solidFill>
              </a:defRPr>
            </a:lvl3pPr>
            <a:lvl4pPr indent="-228600" lvl="3" marL="182880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888888"/>
              </a:buClr>
              <a:buSzPts val="3200"/>
              <a:buFont typeface="Calibri"/>
              <a:buNone/>
              <a:defRPr>
                <a:solidFill>
                  <a:srgbClr val="888888"/>
                </a:solidFill>
              </a:defRPr>
            </a:lvl4pPr>
            <a:lvl5pPr indent="-228600" lvl="4" marL="228600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888888"/>
              </a:buClr>
              <a:buSzPts val="3200"/>
              <a:buFont typeface="Calibri"/>
              <a:buNone/>
              <a:defRPr>
                <a:solidFill>
                  <a:srgbClr val="888888"/>
                </a:solidFill>
              </a:defRPr>
            </a:lvl5pPr>
            <a:lvl6pPr indent="-342900" lvl="5" marL="27432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" name="Google Shape;14;p3"/>
          <p:cNvSpPr txBox="1"/>
          <p:nvPr>
            <p:ph idx="12" type="sldNum"/>
          </p:nvPr>
        </p:nvSpPr>
        <p:spPr>
          <a:xfrm>
            <a:off x="8428176" y="6414760"/>
            <a:ext cx="258624" cy="2483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17" name="Google Shape;17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2" type="sldNum"/>
          </p:nvPr>
        </p:nvSpPr>
        <p:spPr>
          <a:xfrm>
            <a:off x="8428176" y="6414760"/>
            <a:ext cx="258624" cy="2483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5"/>
          <p:cNvSpPr txBox="1"/>
          <p:nvPr>
            <p:ph type="title"/>
          </p:nvPr>
        </p:nvSpPr>
        <p:spPr>
          <a:xfrm>
            <a:off x="722312" y="4406900"/>
            <a:ext cx="7772401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Calibri"/>
              <a:buNone/>
              <a:defRPr b="1" sz="4000" cap="none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21" name="Google Shape;21;p5"/>
          <p:cNvSpPr txBox="1"/>
          <p:nvPr>
            <p:ph idx="1" type="body"/>
          </p:nvPr>
        </p:nvSpPr>
        <p:spPr>
          <a:xfrm>
            <a:off x="722312" y="2906713"/>
            <a:ext cx="7772401" cy="150018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Calibri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Calibri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Calibri"/>
              <a:buNone/>
              <a:defRPr sz="20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Calibri"/>
              <a:buNone/>
              <a:defRPr sz="20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Calibri"/>
              <a:buNone/>
              <a:defRPr sz="2000">
                <a:solidFill>
                  <a:srgbClr val="888888"/>
                </a:solidFill>
              </a:defRPr>
            </a:lvl5pPr>
            <a:lvl6pPr indent="-342900" lvl="5" marL="27432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2" type="sldNum"/>
          </p:nvPr>
        </p:nvSpPr>
        <p:spPr>
          <a:xfrm>
            <a:off x="8428176" y="6414760"/>
            <a:ext cx="258624" cy="2483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6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25" name="Google Shape;2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800"/>
              <a:buChar char="•"/>
              <a:defRPr sz="2800"/>
            </a:lvl1pPr>
            <a:lvl2pPr indent="-4064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800"/>
              <a:buChar char="–"/>
              <a:defRPr sz="2800"/>
            </a:lvl2pPr>
            <a:lvl3pPr indent="-4064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800"/>
              <a:buChar char="•"/>
              <a:defRPr sz="2800"/>
            </a:lvl3pPr>
            <a:lvl4pPr indent="-4064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800"/>
              <a:buChar char="–"/>
              <a:defRPr sz="2800"/>
            </a:lvl4pPr>
            <a:lvl5pPr indent="-4064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800"/>
              <a:buChar char="»"/>
              <a:defRPr sz="2800"/>
            </a:lvl5pPr>
            <a:lvl6pPr indent="-342900" lvl="5" marL="27432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" name="Google Shape;26;p6"/>
          <p:cNvSpPr txBox="1"/>
          <p:nvPr>
            <p:ph idx="12" type="sldNum"/>
          </p:nvPr>
        </p:nvSpPr>
        <p:spPr>
          <a:xfrm>
            <a:off x="8428176" y="6414760"/>
            <a:ext cx="258624" cy="2483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>
  <p:cSld name="Comparison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7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29" name="Google Shape;29;p7"/>
          <p:cNvSpPr txBox="1"/>
          <p:nvPr>
            <p:ph idx="1" type="body"/>
          </p:nvPr>
        </p:nvSpPr>
        <p:spPr>
          <a:xfrm>
            <a:off x="457200" y="1535112"/>
            <a:ext cx="4040188" cy="6397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b="1" sz="2400"/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b="1" sz="2400"/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b="1" sz="2400"/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b="1" sz="2400"/>
            </a:lvl5pPr>
            <a:lvl6pPr indent="-342900" lvl="5" marL="27432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0" name="Google Shape;30;p7"/>
          <p:cNvSpPr txBox="1"/>
          <p:nvPr>
            <p:ph idx="2" type="body"/>
          </p:nvPr>
        </p:nvSpPr>
        <p:spPr>
          <a:xfrm>
            <a:off x="4645025" y="1535112"/>
            <a:ext cx="4041775" cy="6397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28176" y="6414760"/>
            <a:ext cx="258624" cy="2483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28176" y="6414760"/>
            <a:ext cx="258624" cy="2483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>
  <p:cSld name="Content with Ca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 txBox="1"/>
          <p:nvPr>
            <p:ph type="title"/>
          </p:nvPr>
        </p:nvSpPr>
        <p:spPr>
          <a:xfrm>
            <a:off x="457200" y="273050"/>
            <a:ext cx="3008314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  <a:defRPr b="1" sz="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37" name="Google Shape;37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8" name="Google Shape;38;p9"/>
          <p:cNvSpPr txBox="1"/>
          <p:nvPr>
            <p:ph idx="2" type="body"/>
          </p:nvPr>
        </p:nvSpPr>
        <p:spPr>
          <a:xfrm>
            <a:off x="457199" y="1435100"/>
            <a:ext cx="3008315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9" name="Google Shape;39;p9"/>
          <p:cNvSpPr txBox="1"/>
          <p:nvPr>
            <p:ph idx="12" type="sldNum"/>
          </p:nvPr>
        </p:nvSpPr>
        <p:spPr>
          <a:xfrm>
            <a:off x="8428176" y="6414760"/>
            <a:ext cx="258624" cy="2483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>
  <p:cSld name="Picture with Caption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0"/>
          <p:cNvSpPr txBox="1"/>
          <p:nvPr>
            <p:ph type="title"/>
          </p:nvPr>
        </p:nvSpPr>
        <p:spPr>
          <a:xfrm>
            <a:off x="1792288" y="4800600"/>
            <a:ext cx="5486401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  <a:defRPr b="1" sz="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42" name="Google Shape;42;p10"/>
          <p:cNvSpPr/>
          <p:nvPr>
            <p:ph idx="2" type="pic"/>
          </p:nvPr>
        </p:nvSpPr>
        <p:spPr>
          <a:xfrm>
            <a:off x="1792288" y="612775"/>
            <a:ext cx="5486401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43" name="Google Shape;43;p10"/>
          <p:cNvSpPr txBox="1"/>
          <p:nvPr>
            <p:ph idx="1" type="body"/>
          </p:nvPr>
        </p:nvSpPr>
        <p:spPr>
          <a:xfrm>
            <a:off x="1792288" y="5367337"/>
            <a:ext cx="5486401" cy="8048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  <a:defRPr sz="1400"/>
            </a:lvl2pPr>
            <a:lvl3pPr indent="-2286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  <a:defRPr sz="1400"/>
            </a:lvl3pPr>
            <a:lvl4pPr indent="-22860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  <a:defRPr sz="1400"/>
            </a:lvl4pPr>
            <a:lvl5pPr indent="-22860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  <a:defRPr sz="1400"/>
            </a:lvl5pPr>
            <a:lvl6pPr indent="-342900" lvl="5" marL="27432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10"/>
          <p:cNvSpPr txBox="1"/>
          <p:nvPr>
            <p:ph idx="12" type="sldNum"/>
          </p:nvPr>
        </p:nvSpPr>
        <p:spPr>
          <a:xfrm>
            <a:off x="8428176" y="6414760"/>
            <a:ext cx="258624" cy="2483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0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608965" y="92074"/>
            <a:ext cx="10961370" cy="15081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608965" y="1600200"/>
            <a:ext cx="10961370" cy="52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31800" lvl="1" marL="9144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–"/>
              <a:defRPr b="0" i="0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431800" lvl="2" marL="13716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431800" lvl="3" marL="18288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–"/>
              <a:defRPr b="0" i="0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431800" lvl="4" marL="22860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»"/>
              <a:defRPr b="0" i="0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431800" lvl="5" marL="27432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431800" lvl="6" marL="32004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431800" lvl="7" marL="36576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431800" lvl="8" marL="41148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28176" y="6414760"/>
            <a:ext cx="258624" cy="2483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01" name="Shape 300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693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002" name="Shape 3002"/>
          <p:cNvSpPr txBox="1"/>
          <p:nvPr/>
        </p:nvSpPr>
        <p:spPr>
          <a:xfrm>
            <a:off x="694944" y="566928"/>
            <a:ext cx="9902952" cy="41550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2700"/>
              <a:buFont typeface="Poppins"/>
              <a:buNone/>
            </a:pPr>
            <a:r>
              <a:rPr b="1" i="0" lang="en-US" sz="27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Application Engineering Platform</a:t>
            </a:r>
            <a:endParaRPr/>
          </a:p>
        </p:txBody>
      </p:sp>
      <p:sp>
        <p:nvSpPr>
          <p:cNvPr id="3003" name="Shape 3003"/>
          <p:cNvSpPr txBox="1"/>
          <p:nvPr/>
        </p:nvSpPr>
        <p:spPr>
          <a:xfrm>
            <a:off x="8311347" y="621518"/>
            <a:ext cx="3172419" cy="21534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PLATFORM PROCESS · 1/2</a:t>
            </a:r>
            <a:endParaRPr/>
          </a:p>
        </p:txBody>
      </p:sp>
      <p:sp>
        <p:nvSpPr>
          <p:cNvPr id="3004" name="Shape 3004"/>
          <p:cNvSpPr/>
          <p:nvPr/>
        </p:nvSpPr>
        <p:spPr>
          <a:xfrm>
            <a:off x="694944" y="1088136"/>
            <a:ext cx="10789920" cy="11101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5" name="Shape 3005"/>
          <p:cNvSpPr txBox="1"/>
          <p:nvPr/>
        </p:nvSpPr>
        <p:spPr>
          <a:xfrm>
            <a:off x="694944" y="1280160"/>
            <a:ext cx="10241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400"/>
              <a:buFont typeface="Poppins"/>
              <a:buNone/>
            </a:pPr>
            <a:r>
              <a:rPr b="0" i="0" lang="en-US" sz="14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Business practices x Software Engineering. Run by AI powered Workflows.</a:t>
            </a:r>
            <a:endParaRPr/>
          </a:p>
        </p:txBody>
      </p:sp>
      <p:sp>
        <p:nvSpPr>
          <p:cNvPr id="3006" name="Shape 3006"/>
          <p:cNvSpPr txBox="1"/>
          <p:nvPr/>
        </p:nvSpPr>
        <p:spPr>
          <a:xfrm>
            <a:off x="694944" y="2011680"/>
            <a:ext cx="5120640" cy="1691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FROM  ·  INTENT</a:t>
            </a:r>
            <a:endParaRPr/>
          </a:p>
        </p:txBody>
      </p:sp>
      <p:sp>
        <p:nvSpPr>
          <p:cNvPr id="3007" name="Shape 3007"/>
          <p:cNvSpPr txBox="1"/>
          <p:nvPr/>
        </p:nvSpPr>
        <p:spPr>
          <a:xfrm>
            <a:off x="6364224" y="2011680"/>
            <a:ext cx="5120640" cy="1691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TO  ·  A SIGNED CONCEPT</a:t>
            </a:r>
            <a:endParaRPr/>
          </a:p>
        </p:txBody>
      </p:sp>
      <p:sp>
        <p:nvSpPr>
          <p:cNvPr id="3008" name="Shape 3008"/>
          <p:cNvSpPr/>
          <p:nvPr/>
        </p:nvSpPr>
        <p:spPr>
          <a:xfrm>
            <a:off x="2493264" y="2724912"/>
            <a:ext cx="7193280" cy="11101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9" name="Shape 3009"/>
          <p:cNvSpPr/>
          <p:nvPr/>
        </p:nvSpPr>
        <p:spPr>
          <a:xfrm>
            <a:off x="4245864" y="2683764"/>
            <a:ext cx="91440" cy="91440"/>
          </a:xfrm>
          <a:prstGeom prst="diamond">
            <a:avLst/>
          </a:prstGeom>
          <a:solidFill>
            <a:srgbClr val="FF6B3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0" name="Shape 3010"/>
          <p:cNvSpPr/>
          <p:nvPr/>
        </p:nvSpPr>
        <p:spPr>
          <a:xfrm>
            <a:off x="7842504" y="2683764"/>
            <a:ext cx="91440" cy="91440"/>
          </a:xfrm>
          <a:prstGeom prst="diamond">
            <a:avLst/>
          </a:prstGeom>
          <a:solidFill>
            <a:srgbClr val="FF6B3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1" name="Shape 3011"/>
          <p:cNvSpPr/>
          <p:nvPr/>
        </p:nvSpPr>
        <p:spPr>
          <a:xfrm>
            <a:off x="2250948" y="2482596"/>
            <a:ext cx="484632" cy="484632"/>
          </a:xfrm>
          <a:prstGeom prst="ellipse">
            <a:avLst/>
          </a:prstGeom>
          <a:solidFill>
            <a:srgbClr val="0E0E11"/>
          </a:solidFill>
          <a:ln cap="flat" cmpd="sng" w="15875">
            <a:solidFill>
              <a:srgbClr val="9A9AA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2" name="Shape 3012"/>
          <p:cNvSpPr txBox="1"/>
          <p:nvPr/>
        </p:nvSpPr>
        <p:spPr>
          <a:xfrm>
            <a:off x="2237232" y="2624328"/>
            <a:ext cx="51206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300"/>
              <a:buFont typeface="Courier New"/>
              <a:buNone/>
            </a:pPr>
            <a:r>
              <a:rPr b="0" i="0" lang="en-US" sz="13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01</a:t>
            </a:r>
            <a:endParaRPr/>
          </a:p>
        </p:txBody>
      </p:sp>
      <p:sp>
        <p:nvSpPr>
          <p:cNvPr id="3013" name="Shape 3013"/>
          <p:cNvSpPr txBox="1"/>
          <p:nvPr/>
        </p:nvSpPr>
        <p:spPr>
          <a:xfrm>
            <a:off x="832104" y="3054096"/>
            <a:ext cx="3322320" cy="30657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700"/>
              <a:buFont typeface="Poppins"/>
              <a:buNone/>
            </a:pPr>
            <a:r>
              <a:rPr b="0" i="0" lang="en-US" sz="17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Scope &amp; Business Fit</a:t>
            </a:r>
            <a:endParaRPr/>
          </a:p>
        </p:txBody>
      </p:sp>
      <p:sp>
        <p:nvSpPr>
          <p:cNvPr id="3014" name="Shape 3014"/>
          <p:cNvSpPr txBox="1"/>
          <p:nvPr/>
        </p:nvSpPr>
        <p:spPr>
          <a:xfrm>
            <a:off x="832104" y="3401568"/>
            <a:ext cx="3322320" cy="19837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100"/>
              <a:buFont typeface="Poppins"/>
              <a:buNone/>
            </a:pPr>
            <a:r>
              <a:rPr b="0" i="0" lang="en-US" sz="11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requirements and outcome</a:t>
            </a:r>
            <a:endParaRPr/>
          </a:p>
        </p:txBody>
      </p:sp>
      <p:sp>
        <p:nvSpPr>
          <p:cNvPr id="3015" name="Shape 3015"/>
          <p:cNvSpPr txBox="1"/>
          <p:nvPr/>
        </p:nvSpPr>
        <p:spPr>
          <a:xfrm>
            <a:off x="832104" y="3675888"/>
            <a:ext cx="3322320" cy="16230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A60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5A5A60"/>
                </a:solidFill>
                <a:latin typeface="Courier New"/>
                <a:ea typeface="Courier New"/>
                <a:cs typeface="Courier New"/>
                <a:sym typeface="Courier New"/>
              </a:rPr>
              <a:t>DISCOVER · ANALYZE</a:t>
            </a:r>
            <a:endParaRPr/>
          </a:p>
        </p:txBody>
      </p:sp>
      <p:sp>
        <p:nvSpPr>
          <p:cNvPr id="3016" name="Shape 3016"/>
          <p:cNvSpPr/>
          <p:nvPr/>
        </p:nvSpPr>
        <p:spPr>
          <a:xfrm>
            <a:off x="5847588" y="2482596"/>
            <a:ext cx="484632" cy="484632"/>
          </a:xfrm>
          <a:prstGeom prst="ellipse">
            <a:avLst/>
          </a:prstGeom>
          <a:solidFill>
            <a:srgbClr val="0E0E11"/>
          </a:solidFill>
          <a:ln cap="flat" cmpd="sng" w="15875">
            <a:solidFill>
              <a:srgbClr val="9A9AA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7" name="Shape 3017"/>
          <p:cNvSpPr txBox="1"/>
          <p:nvPr/>
        </p:nvSpPr>
        <p:spPr>
          <a:xfrm>
            <a:off x="5833872" y="2624328"/>
            <a:ext cx="51206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300"/>
              <a:buFont typeface="Courier New"/>
              <a:buNone/>
            </a:pPr>
            <a:r>
              <a:rPr b="0" i="0" lang="en-US" sz="13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02</a:t>
            </a:r>
            <a:endParaRPr/>
          </a:p>
        </p:txBody>
      </p:sp>
      <p:sp>
        <p:nvSpPr>
          <p:cNvPr id="3018" name="Shape 3018"/>
          <p:cNvSpPr txBox="1"/>
          <p:nvPr/>
        </p:nvSpPr>
        <p:spPr>
          <a:xfrm>
            <a:off x="4428744" y="3054096"/>
            <a:ext cx="3322320" cy="30657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700"/>
              <a:buFont typeface="Poppins"/>
              <a:buNone/>
            </a:pPr>
            <a:r>
              <a:rPr b="0" i="0" lang="en-US" sz="17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Research &amp; Concept</a:t>
            </a:r>
            <a:endParaRPr/>
          </a:p>
        </p:txBody>
      </p:sp>
      <p:sp>
        <p:nvSpPr>
          <p:cNvPr id="3019" name="Shape 3019"/>
          <p:cNvSpPr txBox="1"/>
          <p:nvPr/>
        </p:nvSpPr>
        <p:spPr>
          <a:xfrm>
            <a:off x="4428744" y="3401568"/>
            <a:ext cx="3322320" cy="19837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100"/>
              <a:buFont typeface="Poppins"/>
              <a:buNone/>
            </a:pPr>
            <a:r>
              <a:rPr b="0" i="0" lang="en-US" sz="11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sources you can check</a:t>
            </a:r>
            <a:endParaRPr/>
          </a:p>
        </p:txBody>
      </p:sp>
      <p:sp>
        <p:nvSpPr>
          <p:cNvPr id="3020" name="Shape 3020"/>
          <p:cNvSpPr txBox="1"/>
          <p:nvPr/>
        </p:nvSpPr>
        <p:spPr>
          <a:xfrm>
            <a:off x="4428744" y="3675888"/>
            <a:ext cx="3322320" cy="16230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A60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5A5A60"/>
                </a:solidFill>
                <a:latin typeface="Courier New"/>
                <a:ea typeface="Courier New"/>
                <a:cs typeface="Courier New"/>
                <a:sym typeface="Courier New"/>
              </a:rPr>
              <a:t>RESEARCH · DESIGN</a:t>
            </a:r>
            <a:endParaRPr/>
          </a:p>
        </p:txBody>
      </p:sp>
      <p:sp>
        <p:nvSpPr>
          <p:cNvPr id="3021" name="Shape 3021"/>
          <p:cNvSpPr/>
          <p:nvPr/>
        </p:nvSpPr>
        <p:spPr>
          <a:xfrm>
            <a:off x="9444228" y="2482596"/>
            <a:ext cx="484632" cy="484632"/>
          </a:xfrm>
          <a:prstGeom prst="ellipse">
            <a:avLst/>
          </a:prstGeom>
          <a:solidFill>
            <a:srgbClr val="0E0E11"/>
          </a:solidFill>
          <a:ln cap="flat" cmpd="sng" w="15875">
            <a:solidFill>
              <a:srgbClr val="9A9AA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2" name="Shape 3022"/>
          <p:cNvSpPr txBox="1"/>
          <p:nvPr/>
        </p:nvSpPr>
        <p:spPr>
          <a:xfrm>
            <a:off x="9430512" y="2624328"/>
            <a:ext cx="51206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300"/>
              <a:buFont typeface="Courier New"/>
              <a:buNone/>
            </a:pPr>
            <a:r>
              <a:rPr b="0" i="0" lang="en-US" sz="13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03</a:t>
            </a:r>
            <a:endParaRPr/>
          </a:p>
        </p:txBody>
      </p:sp>
      <p:sp>
        <p:nvSpPr>
          <p:cNvPr id="3023" name="Shape 3023"/>
          <p:cNvSpPr txBox="1"/>
          <p:nvPr/>
        </p:nvSpPr>
        <p:spPr>
          <a:xfrm>
            <a:off x="8025384" y="3054096"/>
            <a:ext cx="3322320" cy="30657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700"/>
              <a:buFont typeface="Poppins"/>
              <a:buNone/>
            </a:pPr>
            <a:r>
              <a:rPr b="0" i="0" lang="en-US" sz="17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Compliance</a:t>
            </a:r>
            <a:endParaRPr/>
          </a:p>
        </p:txBody>
      </p:sp>
      <p:sp>
        <p:nvSpPr>
          <p:cNvPr id="3024" name="Shape 3024"/>
          <p:cNvSpPr txBox="1"/>
          <p:nvPr/>
        </p:nvSpPr>
        <p:spPr>
          <a:xfrm>
            <a:off x="8025384" y="3401568"/>
            <a:ext cx="3322320" cy="19837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100"/>
              <a:buFont typeface="Poppins"/>
              <a:buNone/>
            </a:pPr>
            <a:r>
              <a:rPr b="0" i="0" lang="en-US" sz="11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signed before any code</a:t>
            </a:r>
            <a:endParaRPr/>
          </a:p>
        </p:txBody>
      </p:sp>
      <p:sp>
        <p:nvSpPr>
          <p:cNvPr id="3025" name="Shape 3025"/>
          <p:cNvSpPr txBox="1"/>
          <p:nvPr/>
        </p:nvSpPr>
        <p:spPr>
          <a:xfrm>
            <a:off x="8025384" y="3675888"/>
            <a:ext cx="3322320" cy="16230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A60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5A5A60"/>
                </a:solidFill>
                <a:latin typeface="Courier New"/>
                <a:ea typeface="Courier New"/>
                <a:cs typeface="Courier New"/>
                <a:sym typeface="Courier New"/>
              </a:rPr>
              <a:t>COMPLIANCE · SIGN-OFF</a:t>
            </a:r>
            <a:endParaRPr/>
          </a:p>
        </p:txBody>
      </p:sp>
      <p:sp>
        <p:nvSpPr>
          <p:cNvPr id="3026" name="Shape 3026"/>
          <p:cNvSpPr/>
          <p:nvPr/>
        </p:nvSpPr>
        <p:spPr>
          <a:xfrm>
            <a:off x="694944" y="4114800"/>
            <a:ext cx="10789920" cy="384048"/>
          </a:xfrm>
          <a:prstGeom prst="rect">
            <a:avLst/>
          </a:prstGeom>
          <a:solidFill>
            <a:srgbClr val="161619"/>
          </a:solidFill>
          <a:ln cap="flat" cmpd="sng" w="9525">
            <a:solidFill>
              <a:srgbClr val="2B2B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7" name="Shape 3027"/>
          <p:cNvSpPr txBox="1"/>
          <p:nvPr/>
        </p:nvSpPr>
        <p:spPr>
          <a:xfrm>
            <a:off x="694944" y="4114800"/>
            <a:ext cx="107899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AI AGENTS RUN EVERY STAGE</a:t>
            </a:r>
            <a:endParaRPr/>
          </a:p>
        </p:txBody>
      </p:sp>
      <p:sp>
        <p:nvSpPr>
          <p:cNvPr id="3028" name="Shape 3028"/>
          <p:cNvSpPr/>
          <p:nvPr/>
        </p:nvSpPr>
        <p:spPr>
          <a:xfrm>
            <a:off x="694944" y="4846320"/>
            <a:ext cx="10789920" cy="1042416"/>
          </a:xfrm>
          <a:prstGeom prst="rect">
            <a:avLst/>
          </a:prstGeom>
          <a:solidFill>
            <a:srgbClr val="161619"/>
          </a:solidFill>
          <a:ln cap="flat" cmpd="sng" w="9525">
            <a:solidFill>
              <a:srgbClr val="2B2B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9" name="Shape 3029"/>
          <p:cNvSpPr txBox="1"/>
          <p:nvPr/>
        </p:nvSpPr>
        <p:spPr>
          <a:xfrm>
            <a:off x="987552" y="5084064"/>
            <a:ext cx="10204704" cy="1417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6B3D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FF6B3D"/>
                </a:solidFill>
                <a:latin typeface="Courier New"/>
                <a:ea typeface="Courier New"/>
                <a:cs typeface="Courier New"/>
                <a:sym typeface="Courier New"/>
              </a:rPr>
              <a:t>GATE  ·  YOU DECIDE</a:t>
            </a:r>
            <a:endParaRPr/>
          </a:p>
        </p:txBody>
      </p:sp>
      <p:sp>
        <p:nvSpPr>
          <p:cNvPr id="3030" name="Shape 3030"/>
          <p:cNvSpPr txBox="1"/>
          <p:nvPr/>
        </p:nvSpPr>
        <p:spPr>
          <a:xfrm>
            <a:off x="987552" y="5358384"/>
            <a:ext cx="1020470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500"/>
              <a:buFont typeface="Poppins"/>
              <a:buNone/>
            </a:pPr>
            <a:r>
              <a:rPr b="1" i="0" lang="en-US" sz="15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You can stop at any gate — </a:t>
            </a:r>
            <a:r>
              <a:rPr b="1" i="0" lang="en-US" sz="1500" u="none" cap="none" strike="noStrike">
                <a:solidFill>
                  <a:srgbClr val="FF6B3D"/>
                </a:solidFill>
                <a:latin typeface="Poppins"/>
                <a:ea typeface="Poppins"/>
                <a:cs typeface="Poppins"/>
                <a:sym typeface="Poppins"/>
              </a:rPr>
              <a:t>before build budget moves.</a:t>
            </a:r>
            <a:endParaRPr/>
          </a:p>
        </p:txBody>
      </p:sp>
      <p:pic>
        <p:nvPicPr>
          <p:cNvPr id="3031" name="Shape 30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0936" y="6437376"/>
            <a:ext cx="1078992" cy="2560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01" name="Shape 400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693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002" name="Shape 4002"/>
          <p:cNvSpPr txBox="1"/>
          <p:nvPr/>
        </p:nvSpPr>
        <p:spPr>
          <a:xfrm>
            <a:off x="694944" y="566928"/>
            <a:ext cx="9902952" cy="41550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2700"/>
              <a:buFont typeface="Poppins"/>
              <a:buNone/>
            </a:pPr>
            <a:r>
              <a:rPr b="1" i="0" lang="en-US" sz="27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Application Engineering Platform</a:t>
            </a:r>
            <a:endParaRPr/>
          </a:p>
        </p:txBody>
      </p:sp>
      <p:sp>
        <p:nvSpPr>
          <p:cNvPr id="4003" name="Shape 4003"/>
          <p:cNvSpPr txBox="1"/>
          <p:nvPr/>
        </p:nvSpPr>
        <p:spPr>
          <a:xfrm>
            <a:off x="8311347" y="621518"/>
            <a:ext cx="3172419" cy="21534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PLATFORM PROCESS · 2/2</a:t>
            </a:r>
            <a:endParaRPr/>
          </a:p>
        </p:txBody>
      </p:sp>
      <p:sp>
        <p:nvSpPr>
          <p:cNvPr id="4004" name="Shape 4004"/>
          <p:cNvSpPr/>
          <p:nvPr/>
        </p:nvSpPr>
        <p:spPr>
          <a:xfrm>
            <a:off x="694944" y="1088136"/>
            <a:ext cx="10789920" cy="11101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5" name="Shape 4005"/>
          <p:cNvSpPr txBox="1"/>
          <p:nvPr/>
        </p:nvSpPr>
        <p:spPr>
          <a:xfrm>
            <a:off x="694944" y="1280160"/>
            <a:ext cx="10241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400"/>
              <a:buFont typeface="Poppins"/>
              <a:buNone/>
            </a:pPr>
            <a:r>
              <a:rPr b="0" i="0" lang="en-US" sz="14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Business practices x Software Engineering. Run by AI powered Workflows.</a:t>
            </a:r>
            <a:endParaRPr/>
          </a:p>
        </p:txBody>
      </p:sp>
      <p:sp>
        <p:nvSpPr>
          <p:cNvPr id="4006" name="Shape 4006"/>
          <p:cNvSpPr txBox="1"/>
          <p:nvPr/>
        </p:nvSpPr>
        <p:spPr>
          <a:xfrm>
            <a:off x="694944" y="2011680"/>
            <a:ext cx="5120640" cy="1691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FROM  ·  A SIGNED CONCEPT</a:t>
            </a:r>
            <a:endParaRPr/>
          </a:p>
        </p:txBody>
      </p:sp>
      <p:sp>
        <p:nvSpPr>
          <p:cNvPr id="4007" name="Shape 4007"/>
          <p:cNvSpPr txBox="1"/>
          <p:nvPr/>
        </p:nvSpPr>
        <p:spPr>
          <a:xfrm>
            <a:off x="6364224" y="2011680"/>
            <a:ext cx="5120640" cy="1691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TO  ·  AN OPERATING SOFTWARE</a:t>
            </a:r>
            <a:endParaRPr/>
          </a:p>
        </p:txBody>
      </p:sp>
      <p:sp>
        <p:nvSpPr>
          <p:cNvPr id="4008" name="Shape 4008"/>
          <p:cNvSpPr/>
          <p:nvPr/>
        </p:nvSpPr>
        <p:spPr>
          <a:xfrm>
            <a:off x="2493264" y="2724912"/>
            <a:ext cx="7193280" cy="11101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9" name="Shape 4009"/>
          <p:cNvSpPr/>
          <p:nvPr/>
        </p:nvSpPr>
        <p:spPr>
          <a:xfrm>
            <a:off x="4245864" y="2683764"/>
            <a:ext cx="91440" cy="91440"/>
          </a:xfrm>
          <a:prstGeom prst="diamond">
            <a:avLst/>
          </a:prstGeom>
          <a:solidFill>
            <a:srgbClr val="FF6B3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10" name="Shape 4010"/>
          <p:cNvSpPr/>
          <p:nvPr/>
        </p:nvSpPr>
        <p:spPr>
          <a:xfrm>
            <a:off x="7842504" y="2683764"/>
            <a:ext cx="91440" cy="91440"/>
          </a:xfrm>
          <a:prstGeom prst="diamond">
            <a:avLst/>
          </a:prstGeom>
          <a:solidFill>
            <a:srgbClr val="FF6B3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11" name="Shape 4011"/>
          <p:cNvSpPr/>
          <p:nvPr/>
        </p:nvSpPr>
        <p:spPr>
          <a:xfrm>
            <a:off x="2250948" y="2482596"/>
            <a:ext cx="484632" cy="484632"/>
          </a:xfrm>
          <a:prstGeom prst="ellipse">
            <a:avLst/>
          </a:prstGeom>
          <a:solidFill>
            <a:srgbClr val="0E0E11"/>
          </a:solidFill>
          <a:ln cap="flat" cmpd="sng" w="15875">
            <a:solidFill>
              <a:srgbClr val="9A9AA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12" name="Shape 4012"/>
          <p:cNvSpPr txBox="1"/>
          <p:nvPr/>
        </p:nvSpPr>
        <p:spPr>
          <a:xfrm>
            <a:off x="2237232" y="2624328"/>
            <a:ext cx="51206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300"/>
              <a:buFont typeface="Courier New"/>
              <a:buNone/>
            </a:pPr>
            <a:r>
              <a:rPr b="0" i="0" lang="en-US" sz="13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04</a:t>
            </a:r>
            <a:endParaRPr/>
          </a:p>
        </p:txBody>
      </p:sp>
      <p:sp>
        <p:nvSpPr>
          <p:cNvPr id="4013" name="Shape 4013"/>
          <p:cNvSpPr txBox="1"/>
          <p:nvPr/>
        </p:nvSpPr>
        <p:spPr>
          <a:xfrm>
            <a:off x="832104" y="3054096"/>
            <a:ext cx="3322320" cy="30657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700"/>
              <a:buFont typeface="Poppins"/>
              <a:buNone/>
            </a:pPr>
            <a:r>
              <a:rPr b="0" i="0" lang="en-US" sz="17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Build &amp; Verify</a:t>
            </a:r>
            <a:endParaRPr/>
          </a:p>
        </p:txBody>
      </p:sp>
      <p:sp>
        <p:nvSpPr>
          <p:cNvPr id="4014" name="Shape 4014"/>
          <p:cNvSpPr txBox="1"/>
          <p:nvPr/>
        </p:nvSpPr>
        <p:spPr>
          <a:xfrm>
            <a:off x="832104" y="3401568"/>
            <a:ext cx="3322320" cy="19837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100"/>
              <a:buFont typeface="Poppins"/>
              <a:buNone/>
            </a:pPr>
            <a:r>
              <a:rPr b="0" i="0" lang="en-US" sz="11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applied and reviewed</a:t>
            </a:r>
            <a:endParaRPr/>
          </a:p>
        </p:txBody>
      </p:sp>
      <p:sp>
        <p:nvSpPr>
          <p:cNvPr id="4015" name="Shape 4015"/>
          <p:cNvSpPr txBox="1"/>
          <p:nvPr/>
        </p:nvSpPr>
        <p:spPr>
          <a:xfrm>
            <a:off x="832104" y="3675888"/>
            <a:ext cx="3322320" cy="16230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A60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5A5A60"/>
                </a:solidFill>
                <a:latin typeface="Courier New"/>
                <a:ea typeface="Courier New"/>
                <a:cs typeface="Courier New"/>
                <a:sym typeface="Courier New"/>
              </a:rPr>
              <a:t>AI MEMORY · BUILD</a:t>
            </a:r>
            <a:endParaRPr/>
          </a:p>
        </p:txBody>
      </p:sp>
      <p:sp>
        <p:nvSpPr>
          <p:cNvPr id="4016" name="Shape 4016"/>
          <p:cNvSpPr/>
          <p:nvPr/>
        </p:nvSpPr>
        <p:spPr>
          <a:xfrm>
            <a:off x="5847588" y="2482596"/>
            <a:ext cx="484632" cy="484632"/>
          </a:xfrm>
          <a:prstGeom prst="ellipse">
            <a:avLst/>
          </a:prstGeom>
          <a:solidFill>
            <a:srgbClr val="0E0E11"/>
          </a:solidFill>
          <a:ln cap="flat" cmpd="sng" w="15875">
            <a:solidFill>
              <a:srgbClr val="9A9AA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17" name="Shape 4017"/>
          <p:cNvSpPr txBox="1"/>
          <p:nvPr/>
        </p:nvSpPr>
        <p:spPr>
          <a:xfrm>
            <a:off x="5833872" y="2624328"/>
            <a:ext cx="51206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300"/>
              <a:buFont typeface="Courier New"/>
              <a:buNone/>
            </a:pPr>
            <a:r>
              <a:rPr b="0" i="0" lang="en-US" sz="13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05</a:t>
            </a:r>
            <a:endParaRPr/>
          </a:p>
        </p:txBody>
      </p:sp>
      <p:sp>
        <p:nvSpPr>
          <p:cNvPr id="4018" name="Shape 4018"/>
          <p:cNvSpPr txBox="1"/>
          <p:nvPr/>
        </p:nvSpPr>
        <p:spPr>
          <a:xfrm>
            <a:off x="4428744" y="3054096"/>
            <a:ext cx="3322320" cy="30657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700"/>
              <a:buFont typeface="Poppins"/>
              <a:buNone/>
            </a:pPr>
            <a:r>
              <a:rPr b="0" i="0" lang="en-US" sz="17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Secure &amp; Release</a:t>
            </a:r>
            <a:endParaRPr/>
          </a:p>
        </p:txBody>
      </p:sp>
      <p:sp>
        <p:nvSpPr>
          <p:cNvPr id="4019" name="Shape 4019"/>
          <p:cNvSpPr txBox="1"/>
          <p:nvPr/>
        </p:nvSpPr>
        <p:spPr>
          <a:xfrm>
            <a:off x="4428744" y="3401568"/>
            <a:ext cx="3322320" cy="19837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100"/>
              <a:buFont typeface="Poppins"/>
              <a:buNone/>
            </a:pPr>
            <a:r>
              <a:rPr b="0" i="0" lang="en-US" sz="11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secured and released</a:t>
            </a:r>
            <a:endParaRPr/>
          </a:p>
        </p:txBody>
      </p:sp>
      <p:sp>
        <p:nvSpPr>
          <p:cNvPr id="4020" name="Shape 4020"/>
          <p:cNvSpPr txBox="1"/>
          <p:nvPr/>
        </p:nvSpPr>
        <p:spPr>
          <a:xfrm>
            <a:off x="4428744" y="3675888"/>
            <a:ext cx="3322320" cy="16230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A60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5A5A60"/>
                </a:solidFill>
                <a:latin typeface="Courier New"/>
                <a:ea typeface="Courier New"/>
                <a:cs typeface="Courier New"/>
                <a:sym typeface="Courier New"/>
              </a:rPr>
              <a:t>SECURE · RELEASE</a:t>
            </a:r>
            <a:endParaRPr/>
          </a:p>
        </p:txBody>
      </p:sp>
      <p:sp>
        <p:nvSpPr>
          <p:cNvPr id="4021" name="Shape 4021"/>
          <p:cNvSpPr/>
          <p:nvPr/>
        </p:nvSpPr>
        <p:spPr>
          <a:xfrm>
            <a:off x="9444228" y="2482596"/>
            <a:ext cx="484632" cy="484632"/>
          </a:xfrm>
          <a:prstGeom prst="ellipse">
            <a:avLst/>
          </a:prstGeom>
          <a:solidFill>
            <a:srgbClr val="0E0E11"/>
          </a:solidFill>
          <a:ln cap="flat" cmpd="sng" w="15875">
            <a:solidFill>
              <a:srgbClr val="9A9AA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2" name="Shape 4022"/>
          <p:cNvSpPr txBox="1"/>
          <p:nvPr/>
        </p:nvSpPr>
        <p:spPr>
          <a:xfrm>
            <a:off x="9430512" y="2624328"/>
            <a:ext cx="51206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300"/>
              <a:buFont typeface="Courier New"/>
              <a:buNone/>
            </a:pPr>
            <a:r>
              <a:rPr b="0" i="0" lang="en-US" sz="13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06</a:t>
            </a:r>
            <a:endParaRPr/>
          </a:p>
        </p:txBody>
      </p:sp>
      <p:sp>
        <p:nvSpPr>
          <p:cNvPr id="4023" name="Shape 4023"/>
          <p:cNvSpPr txBox="1"/>
          <p:nvPr/>
        </p:nvSpPr>
        <p:spPr>
          <a:xfrm>
            <a:off x="8025384" y="3054096"/>
            <a:ext cx="3322320" cy="30657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700"/>
              <a:buFont typeface="Poppins"/>
              <a:buNone/>
            </a:pPr>
            <a:r>
              <a:rPr b="0" i="0" lang="en-US" sz="17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Operate &amp; Evolve</a:t>
            </a:r>
            <a:endParaRPr/>
          </a:p>
        </p:txBody>
      </p:sp>
      <p:sp>
        <p:nvSpPr>
          <p:cNvPr id="4024" name="Shape 4024"/>
          <p:cNvSpPr txBox="1"/>
          <p:nvPr/>
        </p:nvSpPr>
        <p:spPr>
          <a:xfrm>
            <a:off x="8025384" y="3401568"/>
            <a:ext cx="3322320" cy="19837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100"/>
              <a:buFont typeface="Poppins"/>
              <a:buNone/>
            </a:pPr>
            <a:r>
              <a:rPr b="0" i="0" lang="en-US" sz="11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monitored and improved</a:t>
            </a:r>
            <a:endParaRPr/>
          </a:p>
        </p:txBody>
      </p:sp>
      <p:sp>
        <p:nvSpPr>
          <p:cNvPr id="4025" name="Shape 4025"/>
          <p:cNvSpPr txBox="1"/>
          <p:nvPr/>
        </p:nvSpPr>
        <p:spPr>
          <a:xfrm>
            <a:off x="8025384" y="3675888"/>
            <a:ext cx="3322320" cy="16230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A60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5A5A60"/>
                </a:solidFill>
                <a:latin typeface="Courier New"/>
                <a:ea typeface="Courier New"/>
                <a:cs typeface="Courier New"/>
                <a:sym typeface="Courier New"/>
              </a:rPr>
              <a:t>OPERATE · EVOLVE</a:t>
            </a:r>
            <a:endParaRPr/>
          </a:p>
        </p:txBody>
      </p:sp>
      <p:sp>
        <p:nvSpPr>
          <p:cNvPr id="4026" name="Shape 4026"/>
          <p:cNvSpPr/>
          <p:nvPr/>
        </p:nvSpPr>
        <p:spPr>
          <a:xfrm>
            <a:off x="694944" y="4114800"/>
            <a:ext cx="10789920" cy="384048"/>
          </a:xfrm>
          <a:prstGeom prst="rect">
            <a:avLst/>
          </a:prstGeom>
          <a:solidFill>
            <a:srgbClr val="161619"/>
          </a:solidFill>
          <a:ln cap="flat" cmpd="sng" w="9525">
            <a:solidFill>
              <a:srgbClr val="2B2B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7" name="Shape 4027"/>
          <p:cNvSpPr txBox="1"/>
          <p:nvPr/>
        </p:nvSpPr>
        <p:spPr>
          <a:xfrm>
            <a:off x="694944" y="4114800"/>
            <a:ext cx="107899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AI AGENTS RUN EVERY STAGE</a:t>
            </a:r>
            <a:endParaRPr/>
          </a:p>
        </p:txBody>
      </p:sp>
      <p:sp>
        <p:nvSpPr>
          <p:cNvPr id="4028" name="Shape 4028"/>
          <p:cNvSpPr/>
          <p:nvPr/>
        </p:nvSpPr>
        <p:spPr>
          <a:xfrm>
            <a:off x="694944" y="4846320"/>
            <a:ext cx="10789920" cy="1042416"/>
          </a:xfrm>
          <a:prstGeom prst="rect">
            <a:avLst/>
          </a:prstGeom>
          <a:solidFill>
            <a:srgbClr val="161619"/>
          </a:solidFill>
          <a:ln cap="flat" cmpd="sng" w="9525">
            <a:solidFill>
              <a:srgbClr val="2B2B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9" name="Shape 4029"/>
          <p:cNvSpPr txBox="1"/>
          <p:nvPr/>
        </p:nvSpPr>
        <p:spPr>
          <a:xfrm>
            <a:off x="987552" y="5084064"/>
            <a:ext cx="10204704" cy="1417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OUTPUT  ·  WHAT THIS PRODUCES</a:t>
            </a:r>
            <a:endParaRPr/>
          </a:p>
        </p:txBody>
      </p:sp>
      <p:sp>
        <p:nvSpPr>
          <p:cNvPr id="4030" name="Shape 4030"/>
          <p:cNvSpPr txBox="1"/>
          <p:nvPr/>
        </p:nvSpPr>
        <p:spPr>
          <a:xfrm>
            <a:off x="987552" y="5358384"/>
            <a:ext cx="1020470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500"/>
              <a:buFont typeface="Poppins"/>
              <a:buNone/>
            </a:pPr>
            <a:r>
              <a:rPr b="1" i="0" lang="en-US" sz="15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Audit-grade output, built and verified: </a:t>
            </a:r>
            <a:r>
              <a:rPr b="1" i="0" lang="en-US" sz="15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signed audit trail, human in the loop.</a:t>
            </a:r>
            <a:endParaRPr/>
          </a:p>
        </p:txBody>
      </p:sp>
      <p:pic>
        <p:nvPicPr>
          <p:cNvPr id="4031" name="Shape 40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0936" y="6437376"/>
            <a:ext cx="1078992" cy="2560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