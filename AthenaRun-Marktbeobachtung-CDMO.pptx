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Ziel des Termins ist nicht ein Newsletter-Angebot, sondern der Unterschied zwischen einer Zusammenfassung und einem nachweisbaren Prozess.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Begriffe aus ihrem eigenen Satz sind bereits die Anforderungsliste — jeder einzelne ist ohne Messung nicht prüfbar.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Das ist kein hypothetisches Risiko, sondern der Befund aus ihrer eigenen Quellenliste — nach einer Stunde.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Kernsatz: Eine Modellantwort über die Quellen ist derselbe Output-Typ wie ein halluziniertes Zitat. Evidenz entsteht nur außerhalb des Modells.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Unterschied ist vertraglich, nicht technisch: Bei einem Abo gibt es keinen Adressaten für eine ausgefallene Woche.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Jede Zeile ist eine Frage, die im Ernstfall gestellt wird. Die linke Spalte hat auf keine davon eine belegbare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8138160" y="1371600"/>
            <a:ext cx="4206240" cy="4206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24128" y="502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640080" y="1783080"/>
            <a:ext cx="2487168" cy="365760"/>
          </a:xfrm>
          <a:prstGeom prst="roundRect">
            <a:avLst>
              <a:gd name="adj" fmla="val 50000"/>
            </a:avLst>
          </a:prstGeom>
          <a:solidFill>
            <a:srgbClr val="FFF6F5"/>
          </a:solidFill>
          <a:ln w="12700">
            <a:solidFill>
              <a:srgbClr val="FFC7B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22960" y="1929384"/>
            <a:ext cx="82296" cy="82296"/>
          </a:xfrm>
          <a:prstGeom prst="ellipse">
            <a:avLst/>
          </a:prstGeom>
          <a:solidFill>
            <a:srgbClr val="FF5533"/>
          </a:solidFill>
          <a:ln w="12700">
            <a:solidFill>
              <a:srgbClr val="FF5533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69264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Marktbeobachtung CDMO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2395728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Nachweisbare Marktbeobachtung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stiller Zusammenfassung.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42062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wöchentlicher Branchen-Newsletter leisten muss, damit er vor VRP, Versicherer und Prüfer Bestand hat — und warum ein Chat-Abo das strukturell nicht kann.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Gesprächsgrundlage · Termin mit Alexandra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35040" y="59436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GmbH, Frankfurt am 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IHR ZIEL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02336"/>
            <a:ext cx="210312" cy="210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24128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24128" y="1243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24128" y="1572768"/>
            <a:ext cx="10143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„A comprehensive weekly newsletter to understand 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FF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trends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CDMO sector.“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640080" y="3054096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9264" y="3364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25" y="3461553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3931920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Wöchentlich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9264" y="4297680"/>
            <a:ext cx="285689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Fester Takt, nicht anlassbezogen. Jede Woche ein Lauf, der stattfindet — auch wenn niemand nachfragt.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38218" y="3054096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7402" y="3364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963" y="3461553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7402" y="3931920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Umfassend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67402" y="4297680"/>
            <a:ext cx="285689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Vollständige, definierte Quellenbasis. „Umfassend“ ist nur prüfbar, wenn die Basis benannt und ihr Zustand messbar ist.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36357" y="3054096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65541" y="3364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101" y="3461553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5541" y="3931920"/>
            <a:ext cx="28568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erkennbar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65541" y="4297680"/>
            <a:ext cx="285689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zeigen sich erst im Vergleich über Monate — und der setzt voraus, dass jede Woche dasselbe gemessen wird.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· Marktbeobachtung CDMO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637215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BEFUND AUS DER ERSTEN STUNDE MESSUNG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02336"/>
            <a:ext cx="210312" cy="210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24128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29844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01" y="1395009"/>
            <a:ext cx="209215" cy="209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261872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Quellen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005840" y="2029968"/>
            <a:ext cx="463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 — HTTP 410, Betrieb eingestellt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87288" y="1024128"/>
            <a:ext cx="53643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129844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608" y="1395009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01688" y="1261872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6553048" y="2029968"/>
            <a:ext cx="463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verbieten AI-Nutzung explizit — FT, Endpoints …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2999232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FFF6F5"/>
          </a:solidFill>
          <a:ln w="12700">
            <a:solidFill>
              <a:srgbClr val="FFC7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24128" y="33375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C7B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89" y="3434121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9344" y="3200400"/>
            <a:ext cx="953993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Chat oder eine Routine überwacht tote und gesperrte Quellen stumm weiter.</a:t>
            </a:r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Sie liefert halt weniger — und niemand merkt es.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40080" y="4480560"/>
            <a:ext cx="10911535" cy="1298448"/>
          </a:xfrm>
          <a:prstGeom prst="roundRect">
            <a:avLst>
              <a:gd name="adj" fmla="val 70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024128" y="480060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89" y="4897161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9344" y="4681728"/>
            <a:ext cx="95399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haben das in der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ersten Stunde Messung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gefunden, weil Quellen-Validierung Teil des Produkts ist: Ausfälle werden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erkannt, gemeldet, ersetzt.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00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· Marktbeobachtung CDMO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637215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ARGUMENT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02336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4124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Prozess-Beweis statt Selbstauskunft.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5364328" cy="278892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01952"/>
            <a:ext cx="463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SELBSTAUSKUNFT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05840" y="219456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„Frag Claude nach der Quellenliste“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65176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lr>
                <a:srgbClr val="94A3B8"/>
              </a:buClr>
              <a:buFont typeface="Wingdings" pitchFamily="2" charset="2"/>
              <a:buChar char="û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Liefert eine Behauptung des Modells — dieselbe Klasse Output wie halluzinierte Zitate.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lr>
                <a:srgbClr val="94A3B8"/>
              </a:buClr>
              <a:buFont typeface="Wingdings" pitchFamily="2" charset="2"/>
              <a:buChar char="û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Unabhängig prüfbar ist daran nichts.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lr>
                <a:srgbClr val="94A3B8"/>
              </a:buClr>
              <a:buFont typeface="Wingdings" pitchFamily="2" charset="2"/>
              <a:buChar char="û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Scheitert ein Abruf, fasst der Chat stillschweigend zusammen, was er hat.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7288" y="1627632"/>
            <a:ext cx="536432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53048" y="1901952"/>
            <a:ext cx="444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F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MASCHINEN-EVIDENZ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18836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53048" y="2194560"/>
            <a:ext cx="463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Lauf erzeugt Nachweise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53048" y="2651760"/>
            <a:ext cx="4632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lr>
                <a:srgbClr val="FF5533"/>
              </a:buClr>
              <a:buFont typeface="Wingdings" pitchFamily="2" charset="2"/>
              <a:buChar char="ü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HTTP-Status je Quelle, je Lauf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lr>
                <a:srgbClr val="FF5533"/>
              </a:buClr>
              <a:buFont typeface="Wingdings" pitchFamily="2" charset="2"/>
              <a:buChar char="ü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Item-Hashes und Zeitstempel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lr>
                <a:srgbClr val="FF5533"/>
              </a:buClr>
              <a:buFont typeface="Wingdings" pitchFamily="2" charset="2"/>
              <a:buChar char="ü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Hash-verkettete Audit-Kette mit signiertem Export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lr>
                <a:srgbClr val="FF5533"/>
              </a:buClr>
              <a:buFont typeface="Wingdings" pitchFamily="2" charset="2"/>
              <a:buChar char="ü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 bereits — Teil der 158 Tests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FFF6F5"/>
          </a:solidFill>
          <a:ln w="12700">
            <a:solidFill>
              <a:srgbClr val="FFC7B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4754880"/>
            <a:ext cx="101434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Fragt VRP, Versicherer oder Prüfer „Zeigen Sie Ihren Marktbeobachtungsprozess“, übergibt sie einen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signierten Export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kein Chat-Transkript. Ihre eigene Bayer/Monsanto-Analogie: Haftung entfällt bei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nachweislich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sorgfältiger Grundlage.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„Nachweislich“ ist das Produkt.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· Marktbeobachtung CDMO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637215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ARGUMENT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02336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22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 ist delegierbar,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einen Chat nicht.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93392"/>
            <a:ext cx="536432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9264" y="22677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25" y="2364273"/>
            <a:ext cx="209215" cy="2092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9616" y="2267712"/>
            <a:ext cx="417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Vertragspartei haftet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69264" y="2779776"/>
            <a:ext cx="470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uns ist eine Vertragspartei dafür verantwortlich, dass das Monitoring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läuft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ist und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rechtlich sauber beschafft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wird.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87288" y="1993392"/>
            <a:ext cx="5364328" cy="1810512"/>
          </a:xfrm>
          <a:prstGeom prst="roundRect">
            <a:avLst>
              <a:gd name="adj" fmla="val 5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16472" y="22677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032" y="2364273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6824" y="2267712"/>
            <a:ext cx="417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Abo schuldet ihr nichts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16472" y="2779776"/>
            <a:ext cx="470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Verhungert die Routine still,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haftet niemand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 gibt keine Zusage, die verletzt werden könnte — und keinen Adressaten für die Frage, warum Wochen fehlen.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986784"/>
            <a:ext cx="536432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9264" y="42611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25" y="4357665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9616" y="4261104"/>
            <a:ext cx="417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Identischer Lauf, jede Woche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69264" y="4773168"/>
            <a:ext cx="470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bleiben über Monate vergleichbar — Voraussetzung für die gewünschte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Trendanalyse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Ein Chat improvisiert jede Woche neu.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87288" y="3986784"/>
            <a:ext cx="536432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F172A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6472" y="42611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FFF6F5"/>
          </a:solidFill>
          <a:ln w="12700">
            <a:solidFill>
              <a:srgbClr val="FFEEE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032" y="4357665"/>
            <a:ext cx="209215" cy="2092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6824" y="4261104"/>
            <a:ext cx="417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Beweisbar whitelist-only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516472" y="4773168"/>
            <a:ext cx="470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Beschaffung ausschließlich aus freigegebenen Quellen. Eine </a:t>
            </a:r>
            <a:pPr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Websuche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spült FT-Content über Snippets herein — ob sie will oder nicht.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· Marktbeobachtung CDMO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637215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GEGENÜBERSTELLUNG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9264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402336"/>
            <a:ext cx="210312" cy="210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4124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Chat-Routine oder Marktbeobachtung.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51073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/ ABO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30" kern="0" dirty="0">
                          <a:solidFill>
                            <a:srgbClr val="FF55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ATHENARUN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Quellenliste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Behauptung des Modells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HTTP-Status je Quelle, je Lauf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Quellenausfall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bleibt stumm, Output schrumpft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erkannt, gemeldet, ersetzt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Nachweis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Chat-Transkript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signierter Export, hash-verkettet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Verantwortung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niemand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Vertragspartei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Wiederholbarkeit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wöchentlich neu improvisiert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identischer Lauf, vergleichbar über Monate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Beschaffung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offene Websuche, FT-Content über Snippets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beweisbar whitelist-only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00" marR="128016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327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AthenaRun · Marktbeobachtung CDMO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637215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Marktbeobachtung CDMO</dc:title>
  <dc:subject>PptxGenJS Presentation</dc:subject>
  <dc:creator>AthenaRun</dc:creator>
  <cp:lastModifiedBy>AthenaRun</cp:lastModifiedBy>
  <cp:revision>1</cp:revision>
  <dcterms:created xsi:type="dcterms:W3CDTF">2026-08-11T10:59:02Z</dcterms:created>
  <dcterms:modified xsi:type="dcterms:W3CDTF">2026-08-11T10:59:02Z</dcterms:modified>
</cp:coreProperties>
</file>